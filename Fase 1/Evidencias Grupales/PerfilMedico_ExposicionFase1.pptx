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3D42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280160"/>
            <a:ext cx="5029200" cy="5029200"/>
          </a:xfrm>
          <a:prstGeom prst="ellipse">
            <a:avLst/>
          </a:prstGeom>
          <a:solidFill>
            <a:srgbClr val="028090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02C39A">
              <a:alpha val="25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· PTY4614 · Fase 1 — Definición del Proyecto APT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2880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Médico+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63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4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salud personal y familiar, centralizada y acompañada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2120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Capstone_005D · Grupo 7 · Ingeniería en Informática · Sede Plaza Oeste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577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  ·  Sergio Ocares  ·  Matías Pizarro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3624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situación aborda el proyecto y a quién afecta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328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89864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Perfil Médico+ y cómo funciona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75818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70332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Encaje con el perfil de egreso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0690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 e intereses profesionales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928616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9286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87375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3951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y específicos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14173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5508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040880" y="13624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y tecnología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1728216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y roles del equipo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55080" y="258775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508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25328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trabajo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289864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Metodología, cronograma y evidencias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55080" y="375818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5508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7040880" y="370332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Factibilidad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040880" y="40690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Tiempo, recursos y riesgos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4922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101600" dist="38100" dir="5400000">
              <a:srgbClr val="1F3A3C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6002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 gestionada a pedazos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057400"/>
            <a:ext cx="5852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Muchas familias administran horas médicas, medicamentos, tratamientos y controles de salud repartidos entre papeles, fotos de recetas, calendarios, WhatsApp y alarmas del teléfono.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dispersión genera desorganización, pérdida de información y falta de seguimiento — especialmente crítico en adultos mayores, personas con enfermedades crónicas y quienes requieren apoyo permanente.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8680" y="4434840"/>
            <a:ext cx="5852160" cy="0"/>
          </a:xfrm>
          <a:prstGeom prst="line">
            <a:avLst/>
          </a:prstGeom>
          <a:noFill/>
          <a:ln w="12700">
            <a:solidFill>
              <a:srgbClr val="DCED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45720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Contexto: familias de la Región Metropolitana de Chile.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8920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quién impacta: adultos mayores · pacientes crónicos · niños · sus cuidadores y familiares.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0" y="1371600"/>
            <a:ext cx="4343400" cy="4754880"/>
          </a:xfrm>
          <a:prstGeom prst="roundRect">
            <a:avLst>
              <a:gd name="adj" fmla="val 2105"/>
            </a:avLst>
          </a:prstGeom>
          <a:solidFill>
            <a:srgbClr val="0B3D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35240" y="16459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importa?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2148840"/>
            <a:ext cx="37490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real de omitir medicamentos o controles médicos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Cuidadores no siempre pueden estar físicamente presentes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una fuente única de verdad sobre el estado de salud de la persona a cargo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solución: Perfil Médico+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móvil y web que centraliza la salud personal y familiar bajo un modelo de cuenta titular con perfiles dependientes, con seguimiento continuo de actividades de cuidado.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161032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435352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545080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508504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047744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322064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31792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395216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934456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08776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18504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81928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Monitorear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821168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095488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05216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168640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707880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982200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C39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91928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055352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Acompañar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5262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una actividad de cuidado (medicamento, comida, hidratación) no se confirma a tiempo, el sistema escala el aviso hasta notificar al cuidador autorizado — sin asumir automáticamente una emergencia.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4864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(Flutter)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51460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51460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(FastAPI)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48056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48056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(PostgreSQL)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94944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94944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IA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diferenciador: cuenta titular + perfiles dependientes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usuario titular puede vincular y hacer seguimiento de personas a su cargo — un padre adulto mayor, un hijo — desde una sola cuenta, con permisos configurables sobre qué información puede ver cada cuidador.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914400" y="3108960"/>
            <a:ext cx="2103120" cy="91440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914400" y="4023360"/>
            <a:ext cx="2103120" cy="146304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3017520" y="3108960"/>
            <a:ext cx="2286000" cy="91440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017520" y="4023360"/>
            <a:ext cx="2286000" cy="146304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74320" y="2468880"/>
            <a:ext cx="1280160" cy="12801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74320" y="24688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dependiente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(padre AM)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4846320"/>
            <a:ext cx="1280160" cy="12801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4320" y="48463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dependiente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(hijo)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2468880"/>
            <a:ext cx="1280160" cy="12801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63440" y="24688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invitado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4846320"/>
            <a:ext cx="1280160" cy="12801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663440" y="48463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invitado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103120" y="3108960"/>
            <a:ext cx="1828800" cy="1828800"/>
          </a:xfrm>
          <a:prstGeom prst="ellipse">
            <a:avLst/>
          </a:prstGeom>
          <a:solidFill>
            <a:srgbClr val="0B3D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103120" y="3108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315200" y="1737360"/>
            <a:ext cx="434340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101600" dist="38100" dir="5400000">
              <a:srgbClr val="1F3A3C">
                <a:alpha val="1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589520" y="1965960"/>
            <a:ext cx="3840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titular administra su propio perfil de salud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crear perfiles dependientes para familiares a su cargo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medicamentos, rutinas de cuidado e indicadores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 cuidadores adicionales con permisos configurables por perfil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confirma actividades y escala alertas solo cuando se requiere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Pertinencia con el perfil de egreso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integra de forma articulada las competencias de especialidad de Ingeniería en Informática, en las áreas de Desarrollo de Software y Gestión de Proyectos Informáticos.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208483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03911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proyectos informáticos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203911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por sprints y Product Backlog priorizado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E9F5F4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2953512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90779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modelos de datos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40680" y="290779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relacional escalable: cuentas, perfiles dependientes, rutinas, permisos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0332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382219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3822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77647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una solución de software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377647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(FastAPI) + aplicación móvil (Flutter) integrados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E9F5F4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4690872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64515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pruebas de certificación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464515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calidad sobre cada módulo entregado en Fase 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4068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555955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5559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55138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en inglés (nivel elemental)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551383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Abstract, conclusiones y reflexiones del proyecto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Relación con los intereses profesionales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eligió su módulo dentro de Perfil Médico+ en función de hacia dónde quiere proyectarse profesionalmente.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96596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23160"/>
            <a:ext cx="352044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07568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44144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+ Inteligencia Artificial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108960"/>
            <a:ext cx="311810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rol en el backend aplica y fortalece mis competencias de programación, mientras que integrar el módulo de IA conecta con la asignatura de Machine Learning que cursé. Me proyecto especializándome en desarrollo de software y en el área de datos e IA.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96596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43400" y="196596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00A896"/>
          </a:solidFill>
          <a:ln/>
        </p:spPr>
      </p:sp>
      <p:sp>
        <p:nvSpPr>
          <p:cNvPr id="12" name="Shape 10"/>
          <p:cNvSpPr/>
          <p:nvPr/>
        </p:nvSpPr>
        <p:spPr>
          <a:xfrm>
            <a:off x="4343400" y="2423160"/>
            <a:ext cx="3520440" cy="5029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44568" y="207568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Ocares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44568" y="244144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de datos + IA aplicada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44568" y="3108960"/>
            <a:ext cx="311810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y estructurar la base de datos en PostgreSQL, junto con integrar el módulo de IA, refleja directamente mi interés en el modelado de datos y en la resolución práctica de problemas con inteligencia artificial. Me proyecto en ingeniería y gestión de datos.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38160" y="196596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38160" y="196596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02C39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38160" y="2423160"/>
            <a:ext cx="3520440" cy="5029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39328" y="207568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Matías Pizarro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339328" y="244144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+ App móvil (Flutter)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3108960"/>
            <a:ext cx="311810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foco actual es el frontend: construir la interfaz en Flutter me permite aplicar programación y ganar experiencia real, mientras sigo fortaleciendo mi interés en desarrollo backend y gestión de datos a futuro.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389120"/>
            <a:ext cx="4572000" cy="4572000"/>
          </a:xfrm>
          <a:prstGeom prst="ellipse">
            <a:avLst/>
          </a:prstGeom>
          <a:solidFill>
            <a:srgbClr val="028090">
              <a:alpha val="2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2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9875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Desarrollar Perfil Médico+, una aplicación móvil con backend web que centralice la salud personal y familiar mediante un modelo de cuenta titular con perfiles dependientes, gestionando rutinas de cuidado y generando alertas configurables hacia los cuidadores autorizados.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específicos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49047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61872" y="14173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autenticación y gestión de cuentas titulares con creación/vinculación de perfiles dependientes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63640" y="13258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46520" y="1490472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652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976872" y="14173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registro y seguimiento de rutinas de cuidado (medicamentos, alimentación, hidratación) con confirmación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0022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3166872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166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30937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permisos configurables para invitar cuidadores adicionales a un perfil dependiente específico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63640" y="30022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46520" y="316687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3166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976872" y="30937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recordatorios y alertas escalonadas ante actividades no confirmadas a tiempo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6786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4843272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4843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47701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Incorporar indicadores de salud e historial de cumplimiento visualizable mediante gráficos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46786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46520" y="4843272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46520" y="4843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47701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un módulo de orientación general basado en IA sobre la información registrada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y tecnologías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2704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Flutter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 · Adulto mayor · Cuidador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169164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447288" y="141732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47288" y="152704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FastAPI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38728" y="1920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REST · JWT · Roles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61888" y="169164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345936" y="141732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45936" y="152704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37376" y="1920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Cuentas, perfiles, rutinas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272016" y="1280160"/>
            <a:ext cx="2340864" cy="640080"/>
          </a:xfrm>
          <a:prstGeom prst="roundRect">
            <a:avLst>
              <a:gd name="adj" fmla="val 11429"/>
            </a:avLst>
          </a:prstGeom>
          <a:solidFill>
            <a:srgbClr val="0B3D4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272016" y="128016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LLM externa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72016" y="2011680"/>
            <a:ext cx="2340864" cy="640080"/>
          </a:xfrm>
          <a:prstGeom prst="roundRect">
            <a:avLst>
              <a:gd name="adj" fmla="val 11429"/>
            </a:avLst>
          </a:prstGeom>
          <a:solidFill>
            <a:srgbClr val="0B3D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272016" y="201168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Alertas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80360"/>
          <a:ext cx="11064240" cy="329184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6949440"/>
              </a:tblGrid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Tecnología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2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móvil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Flutter (Dart)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solo código para iOS y Android; ideal para equipo chico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FastAPI (Python)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Endpoints rápidos, validación automática, docs Swagger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de datos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Relacional, ajustada a datos interrelacionados del paciente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Distingue cuenta titular / perfiles dependientes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de LLM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Consultas básicas de síntomas, sin entrenar modelo propio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Diseño UI/UX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pantallas y flujos antes de programar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de trabajo y roles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ágil (Scrum), con sprints quincenales durante la Fase 2: Sprint Planning, seguimiento breve, demo de cierre y retrospectiva. Una historia se considera terminada (Definition of Done) cuando está integrada, probada y documentada en GitHub.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011680"/>
            <a:ext cx="3520440" cy="822960"/>
          </a:xfrm>
          <a:prstGeom prst="roundRect">
            <a:avLst>
              <a:gd name="adj" fmla="val 11111"/>
            </a:avLst>
          </a:prstGeom>
          <a:solidFill>
            <a:srgbClr val="02809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23160"/>
            <a:ext cx="3520440" cy="4114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1214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505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FastAPI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42900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REST, autenticación JWT, lógica de negocio, integración de notificaciones e IA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20116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43400" y="2011680"/>
            <a:ext cx="3520440" cy="822960"/>
          </a:xfrm>
          <a:prstGeom prst="roundRect">
            <a:avLst>
              <a:gd name="adj" fmla="val 11111"/>
            </a:avLst>
          </a:prstGeom>
          <a:solidFill>
            <a:srgbClr val="00A896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3400" y="2423160"/>
            <a:ext cx="3520440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0" y="21214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Ocares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4505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+ IA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3017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/ API LLM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342900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de BD, indicadores y reportes de cumplimiento, integración del módulo de IA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8160" y="20116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2011680"/>
            <a:ext cx="3520440" cy="822960"/>
          </a:xfrm>
          <a:prstGeom prst="roundRect">
            <a:avLst>
              <a:gd name="adj" fmla="val 11111"/>
            </a:avLst>
          </a:prstGeom>
          <a:solidFill>
            <a:srgbClr val="02C39A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8160" y="2423160"/>
            <a:ext cx="3520440" cy="4114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66760" y="21214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Matías Pizarro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66760" y="24505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366760" y="3017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/ Dart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342900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para titular y perfiles dependientes, experiencia de usuario accesible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trabajo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155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Semestre de 18 semanas · 3 fases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458720" cy="777240"/>
          </a:xfrm>
          <a:prstGeom prst="roundRect">
            <a:avLst>
              <a:gd name="adj" fmla="val 7059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83664"/>
            <a:ext cx="227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94560"/>
            <a:ext cx="227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95728"/>
            <a:ext cx="227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– S4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007360" y="1828800"/>
            <a:ext cx="6761480" cy="777240"/>
          </a:xfrm>
          <a:prstGeom prst="roundRect">
            <a:avLst>
              <a:gd name="adj" fmla="val 7059"/>
            </a:avLst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98800" y="1883664"/>
            <a:ext cx="657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098800" y="2194560"/>
            <a:ext cx="657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(6 sprints)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098800" y="2395728"/>
            <a:ext cx="657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– S15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768840" y="1828800"/>
            <a:ext cx="1844040" cy="777240"/>
          </a:xfrm>
          <a:prstGeom prst="roundRect">
            <a:avLst>
              <a:gd name="adj" fmla="val 7059"/>
            </a:avLst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60280" y="1883664"/>
            <a:ext cx="1661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60280" y="219456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9860280" y="2395728"/>
            <a:ext cx="1661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S16 – S18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007360" y="1691640"/>
            <a:ext cx="0" cy="1051560"/>
          </a:xfrm>
          <a:prstGeom prst="line">
            <a:avLst/>
          </a:prstGeom>
          <a:noFill/>
          <a:ln w="25400">
            <a:solidFill>
              <a:srgbClr val="0B3D42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2367280" y="13258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Estamos aquí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7180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04495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 (S5-6)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331927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Autenticación, modelo de datos, estructura base app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12920" y="297180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50080" y="304495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(S7-8)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450080" y="331927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Medicamentos y rutinas: API + UI conectadas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077200" y="297180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14360" y="304495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 (S9-10)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214360" y="331927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dependientes y permisos · Informe de Avance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97764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405079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 (S11-12)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32511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Recordatorios, alertas e interfaz simplificada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312920" y="397764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450080" y="405079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(S13-14)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4450080" y="432511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salud, historial y módulo de IA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077200" y="397764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14360" y="405079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6 (S15)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214360" y="432511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integrales, documentación e Informe Final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facilitador: el equipo ya domina las tecnologías definidas. Principal obstáculo: coordinar horarios entre los tres integrantes — se mitiga con reuniones semanales fijas.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Evidencias planificadas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49240" cy="502920"/>
          </a:xfrm>
          <a:prstGeom prst="roundRect">
            <a:avLst>
              <a:gd name="adj" fmla="val 12727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28016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avance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13055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GitHub actualizado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2432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del módulo de autenticación, modelo de datos y estructura base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93192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409651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Avance Proyecto APT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9028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estado de desarrollo y objetivos/metodología ajustados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1280160"/>
            <a:ext cx="5349240" cy="502920"/>
          </a:xfrm>
          <a:prstGeom prst="roundRect">
            <a:avLst>
              <a:gd name="adj" fmla="val 12727"/>
            </a:avLst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3640" y="128016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63640" y="196596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92240" y="213055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funcional + backend (Docker)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62432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del MVP integrados y operativos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93192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92240" y="409651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Final + manual técnico + README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9028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completa, arquitectura y despliegue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Fase 1 el proyecto está en etapa de definición y planificación; los indicadores de implementación se evidenciarán en Fase 2.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Factibilidad del proyecto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🕒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488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semanas de semestre, con 11 semanas de desarrollo intensivo en Fase 2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50876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asignadas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1488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CAPSTONE: 20 créditos (10 trabajo docente + 10 trabajo autónomo)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38160" y="132588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21040" y="150876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210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🧰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Materiales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1488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 propios y librerías open source (Flutter, FastAPI, PostgreSQL, Docker) — sin costo de licencias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38404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favor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ya maneja las tecnologías definidas y cuenta con roles claros por módulo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343400" y="365760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26280" y="384048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2628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16636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Coordinación de horarios y curva de aprendizaje del módulo de IA</a:t>
            </a:r>
            <a:endParaRPr lang="en-US" sz="1080" dirty="0"/>
          </a:p>
        </p:txBody>
      </p:sp>
      <p:sp>
        <p:nvSpPr>
          <p:cNvPr id="28" name="Shape 26"/>
          <p:cNvSpPr/>
          <p:nvPr/>
        </p:nvSpPr>
        <p:spPr>
          <a:xfrm>
            <a:off x="8138160" y="365760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21040" y="384048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2104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Reuniones semanales fijas; IA como funcionalidad de menor prioridad en el backlog</a:t>
            </a:r>
            <a:endParaRPr lang="en-US" sz="108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645920"/>
            <a:ext cx="5486400" cy="5486400"/>
          </a:xfrm>
          <a:prstGeom prst="ellipse">
            <a:avLst/>
          </a:prstGeom>
          <a:solidFill>
            <a:srgbClr val="028090">
              <a:alpha val="2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031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Médico+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Planificar → Recordar → Confirmar → Monitorear → Alertar → Acompañar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Muchas gracias — preguntas y comentarios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394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github.com/Bvnjvmin/Perfil-Medico-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715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  ·  Sergio Ocares  ·  Matías Pizarro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2026-09-02T19:30:04Z</dcterms:created>
  <dcterms:modified xsi:type="dcterms:W3CDTF">2026-09-02T19:30:04Z</dcterms:modified>
</cp:coreProperties>
</file>