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pacientes crónicos · niños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móvil y web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con los intereses profesionales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eligió su módulo dentro de Perfil Médico+ en función de hacia dónde quiere proyectarse profesionalmente.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Inteligencia Artificial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rol en el backend aplica y fortalece mis competencias de programación, mientras que integrar el módulo de IA conecta con la asignatura de Machine Learning que cursé. Me proyecto especializándome en desarrollo de software y en el área de datos e 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 + IA aplicada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y estructurar la base de datos en PostgreSQL, definiendo qué datos sirven de contexto para el módulo de IA y cómo se almacenan sus resultados, refleja directamente mi interés en el modelado de datos y en la resolución práctica de problemas con inteligencia artificial. Me proyecto en ingeniería y gestión de datos.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App móvil (Flutter)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web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· Adulto mayor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paciente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orquestación de la API de IA (consultas y manejo de errores) e integración de notificaciones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define el contexto enviado a la IA y almacena sus resultados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historial y módulo de IA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integrales, documentación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2026-09-02T20:19:10Z</dcterms:created>
  <dcterms:modified xsi:type="dcterms:W3CDTF">2026-09-02T20:19:10Z</dcterms:modified>
</cp:coreProperties>
</file>