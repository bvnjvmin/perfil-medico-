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4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PTY4614 · Fase 1 — Definición del Proyecto APT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Médico+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salud personal y familiar, centralizada y acompañada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12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Capstone_005D · Grupo 7 · Ingeniería en Informática · Sede Plaza Oeste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77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Leiva  ·  Sergio Ocares  ·  Matías Pizarro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62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situación aborda el proyecto y a quién afecta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328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986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Perfil Médico+ y cómo funciona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03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Encaje con el perfil de egreso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690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e intereses profesionales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737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3951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y específicos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3624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tecnología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72821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y roles del equipo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25877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5328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8986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Metodología, cronograma y evidencias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37581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703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0690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recursos y riesgos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101600" dist="38100" dir="5400000">
              <a:srgbClr val="1F3A3C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gestionada a pedazos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familias administran horas médicas, medicamentos, tratamientos y controles de salud repartidos entre papeles, fotos de recetas, calendarios, WhatsApp y alarmas del teléfono.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dispersión genera desorganización, pérdida de información y falta de seguimiento — especialmente crítico en adultos mayores, personas con enfermedades crónicas y quienes requieren apoyo permanente.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4434840"/>
            <a:ext cx="5852160" cy="0"/>
          </a:xfrm>
          <a:prstGeom prst="line">
            <a:avLst/>
          </a:prstGeom>
          <a:noFill/>
          <a:ln w="12700">
            <a:solidFill>
              <a:srgbClr val="DCED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572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familias de la Región Metropolitana de Chile.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892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impacta: adultos mayores · niños · perfiles dependientes con enfermedades crónicas · sus cuidadores y familiares.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1371600"/>
            <a:ext cx="4343400" cy="4754880"/>
          </a:xfrm>
          <a:prstGeom prst="roundRect">
            <a:avLst>
              <a:gd name="adj" fmla="val 2105"/>
            </a:avLst>
          </a:prstGeom>
          <a:solidFill>
            <a:srgbClr val="0B3D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352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14884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real de omitir medicamentos o controles médicos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Cuidadores no siempre pueden estar físicamente presentes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fuente única de verdad sobre el estado de salud de la persona a cargo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Perfil Médico+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que centraliza la salud personal y familiar bajo un modelo de cuenta titular con perfiles dependientes, con seguimiento continuo de actividades de cuidado.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246120"/>
            <a:ext cx="1484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61032" y="315468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35352" y="274320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4508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08504" y="3246120"/>
            <a:ext cx="1484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047744" y="315468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22064" y="274320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1792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95216" y="3246120"/>
            <a:ext cx="1484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315468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08776" y="274320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18504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3246120"/>
            <a:ext cx="1484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21168" y="315468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5488" y="274320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05216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68640" y="3246120"/>
            <a:ext cx="1484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07880" y="315468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82200" y="274320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9192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5352" y="3246120"/>
            <a:ext cx="1484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26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actividad de cuidado (medicamento, comida, hidratación) no se confirma a tiempo, el sistema escala el aviso hasta notificar al cuidador autorizado — sin asumir automáticamente una emergencia.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577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(Flutter)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55778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514600" y="5577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55778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80560" y="5577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(PostgreSQL)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55778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49440" y="5577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diferenciador: cuenta titular + perfiles dependientes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titular puede vincular y hacer seguimiento de personas a su cargo — un padre adulto mayor, un hijo — desde una sola cuenta, con permisos configurables sobre qué información puede ver cada cuidador.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14400" y="3108960"/>
            <a:ext cx="2103120" cy="914400"/>
          </a:xfrm>
          <a:prstGeom prst="line">
            <a:avLst/>
          </a:prstGeom>
          <a:noFill/>
          <a:ln w="25400">
            <a:solidFill>
              <a:srgbClr val="BFDCD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14400" y="4023360"/>
            <a:ext cx="2103120" cy="1463040"/>
          </a:xfrm>
          <a:prstGeom prst="line">
            <a:avLst/>
          </a:prstGeom>
          <a:noFill/>
          <a:ln w="25400">
            <a:solidFill>
              <a:srgbClr val="BFDCD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017520" y="3108960"/>
            <a:ext cx="2286000" cy="914400"/>
          </a:xfrm>
          <a:prstGeom prst="line">
            <a:avLst/>
          </a:prstGeom>
          <a:noFill/>
          <a:ln w="25400">
            <a:solidFill>
              <a:srgbClr val="BFDCD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017520" y="4023360"/>
            <a:ext cx="2286000" cy="1463040"/>
          </a:xfrm>
          <a:prstGeom prst="line">
            <a:avLst/>
          </a:prstGeom>
          <a:noFill/>
          <a:ln w="25400">
            <a:solidFill>
              <a:srgbClr val="BFDCD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74320" y="246888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" y="2468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dependiente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(padre AM)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484632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4846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dependiente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(hijo)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1280160" cy="1280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468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4846320"/>
            <a:ext cx="1280160" cy="1280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48463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3108960"/>
            <a:ext cx="1828800" cy="1828800"/>
          </a:xfrm>
          <a:prstGeom prst="ellipse">
            <a:avLst/>
          </a:prstGeom>
          <a:solidFill>
            <a:srgbClr val="0B3D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03120" y="3108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0" y="1737360"/>
            <a:ext cx="43434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101600" dist="38100" dir="5400000">
              <a:srgbClr val="1F3A3C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589520" y="196596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titular administra su propio perfil de salud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crear perfiles dependientes para familiares a su cargo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medicamentos, rutinas de cuidado e indicadores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 cuidadores adicionales con permisos configurables por perfil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confirma actividades y escala alertas solo cuando se requiere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Pertinencia con el perfil de egreso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integra de forma articulada las competencias de especialidad de Ingeniería en Informática, en las áreas de Desarrollo de Software y Gestión de Proyectos Informáticos.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0848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391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 informáticos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20391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por sprints y Product Backlog priorizado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9F5F4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9535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9077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90779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relacional escalable: cuentas, perfiles dependientes, rutinas, permisos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8221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776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de software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77647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 + aplicación móvil (Flutter) integrados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9F5F4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6908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6451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certificación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464515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calidad sobre cada módulo entregado en Fase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5595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5138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 inglés (nivel elemental)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551383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conclusiones y reflexiones del proyecto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los intereses profesionales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eligió su módulo dentro de Perfil Médico+ en función de hacia dónde quiere proyectarse profesionalmente.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35204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756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Leiva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4144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+ Inteligencia Artificial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108960"/>
            <a:ext cx="31181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rol en el backend aplica y fortalece mis competencias de programación, mientras que integrar el módulo de IA conecta con la asignatura de Machine Learning que cursé. Me proyecto especializándome en desarrollo de software y en el área de datos e IA.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96596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2423160"/>
            <a:ext cx="352044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4568" y="20756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Ocares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44144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Software (fortaleciendo BD)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3108960"/>
            <a:ext cx="31181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real es Calidad de Software: testear código y asegurar estándares. Bases de datos es un área que necesito reforzar según mi autoevaluación, y liderar el diseño de la BD en este proyecto es la oportunidad para hacerlo — validar la integridad de los datos es clave para asegurar la calidad de cualquier sistema.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965960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423160"/>
            <a:ext cx="352044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9328" y="20756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Pizarro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244144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+ App móvil (Flutter)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3108960"/>
            <a:ext cx="31181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foco actual es el frontend: construir la interfaz en Flutter me permite aplicar programación y ganar experiencia real, mientras sigo fortaleciendo mi interés en desarrollo backend y gestión de datos a futuro.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9875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Perfil Médico+, una aplicación móvil con backend que centralice la salud personal y familiar mediante un modelo de cuenta titular con perfiles dependientes, gestionando rutinas de cuidado y generando alertas configurables hacia los cuidadores autorizados.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356360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904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417320"/>
            <a:ext cx="44348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autenticación y gestión de cuentas titulares con creación/vinculación de perfiles dependientes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349240" cy="1356360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46520" y="149047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1417320"/>
            <a:ext cx="44348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registro y seguimiento de rutinas de cuidado (medicamentos, alimentación, hidratación) con confirmación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02280"/>
            <a:ext cx="5349240" cy="1356360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1668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66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093720"/>
            <a:ext cx="44348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permisos configurables para invitar cuidadores adicionales a un perfil dependiente específico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002280"/>
            <a:ext cx="5349240" cy="1356360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31668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3166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76872" y="3093720"/>
            <a:ext cx="44348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recordatorios y alertas escalonadas ante actividades no confirmadas a tiempo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78680"/>
            <a:ext cx="5349240" cy="1356360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84327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84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770120"/>
            <a:ext cx="44348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indicadores de salud e historial de cumplimiento visualizable mediante gráficos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678680"/>
            <a:ext cx="5349240" cy="1356360"/>
          </a:xfrm>
          <a:prstGeom prst="roundRect">
            <a:avLst>
              <a:gd name="adj" fmla="val 606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48432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484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4770120"/>
            <a:ext cx="4434840" cy="117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un módulo de orientación general basado en IA sobre la información registrada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Pulsera Inteligente Perfil Médico+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varios proyectos de recordatorio de medicamentos. Nos diferenciamos integrando una pulsera ya disponible en el mercado (sin fabricar hardware propio), pensada para los dos perfiles dependientes que atendemos: adultos mayores no valentes y niños.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0E4A5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13432"/>
            <a:ext cx="5257800" cy="338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1226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y salud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con geocercas: alerta si el niño no llega al colegio o el adulto mayor sale de una zona segura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cardíaca vía Health Connect (API gratuita de Android)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arterial referencial (no reemplaza un tensiómetro médico)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0E4A5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96596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313432"/>
            <a:ext cx="5257800" cy="3383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11226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8036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caídas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SOS físico en la pulsera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batería baja del dispositivo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inactividad inusual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referencia: $70.000-$90.000 CLP el dispositivo + plan SIM prepago (~$5.000-$10.000 CLP/mes) para ubicación en tiempo real.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funciones nuevas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funciones son 100% software, sin costo de hardware adicional.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50008"/>
            <a:ext cx="3520440" cy="3931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4884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de glucosa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26080"/>
            <a:ext cx="31181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cuidador ingresa la lectura de un glucómetro certificado. No se mide automáticamente por seguridad: la FDA advirtió en 2024 que ningún smartwatch o anillo está aprobado para medir glucosa, y confiar en esa medición puede causar errores de dosis de insulina.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965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350008"/>
            <a:ext cx="3520440" cy="3931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214884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extendidos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926080"/>
            <a:ext cx="31181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posteriores a una consulta médica (ej. tomar algo horas después de ver a un especialista) y citas médicas pendientes, con recordatorio diario hasta la fecha.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965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2350008"/>
            <a:ext cx="3520440" cy="3931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9328" y="214884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Farmacias cercanas vía IA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926080"/>
            <a:ext cx="31181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pregunta a la IA por un medicamento y recomienda farmacias cercanas comparando precio, inspirado en herramientas públicas reales como TuFarmacia.gob.cl (MINSAL) y comparadores como BuscaFarma.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tecnologías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27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Flutter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· Perfil dependiente · Cuidador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916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47288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47288" y="1527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 · JWT · Roles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61888" y="16916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45936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45936" y="1527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Cuentas, perfiles, rutinas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272016" y="1280160"/>
            <a:ext cx="2340864" cy="640080"/>
          </a:xfrm>
          <a:prstGeom prst="roundRect">
            <a:avLst>
              <a:gd name="adj" fmla="val 11429"/>
            </a:avLst>
          </a:prstGeom>
          <a:solidFill>
            <a:srgbClr val="0B3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72016" y="128016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LLM externa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72016" y="2011680"/>
            <a:ext cx="2340864" cy="640080"/>
          </a:xfrm>
          <a:prstGeom prst="roundRect">
            <a:avLst>
              <a:gd name="adj" fmla="val 11429"/>
            </a:avLst>
          </a:prstGeom>
          <a:solidFill>
            <a:srgbClr val="0B3D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72016" y="20116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Alertas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329184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6949440"/>
              </a:tblGrid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móvil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(Dart)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código para iOS y Android; ideal para equipo chico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 rápidos, validación automática, docs Swagger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Relacional, ajustada a datos interrelacionados del perfil dependiente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Distingue cuenta titular / perfiles dependientes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de 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básicas de síntomas, sin entrenar modelo propio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UI/UX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pantallas y flujos antes de programar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 y roles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ágil (Scrum), con sprints quincenales durante la Fase 2: Sprint Planning, seguimiento breve, demo de cierre y retrospectiva. Una historia se considera terminada (Definition of Done) cuando está integrada, probada y documentada en GitHub.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352044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1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Leiva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50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autenticación JWT, lógica de negocio, orquestación de la API de IA (consultas y manejo de errores) e integración de notificaciones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01168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2423160"/>
            <a:ext cx="352044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2121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Ocares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450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+ IA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API LLM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42900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BD, indicadores y reportes de cumplimiento, define el contexto enviado a la IA y almacena sus resultados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20116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201168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423160"/>
            <a:ext cx="352044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2121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Pizarro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450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42900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para titular y perfiles dependientes, experiencia de usuario accesible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de 18 semanas · 3 fases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587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83664"/>
            <a:ext cx="227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227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95728"/>
            <a:ext cx="227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S4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07360" y="1828800"/>
            <a:ext cx="676148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98800" y="1883664"/>
            <a:ext cx="657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98800" y="2194560"/>
            <a:ext cx="657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(6 sprints)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098800" y="2395728"/>
            <a:ext cx="657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– S15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768840" y="1828800"/>
            <a:ext cx="1844040" cy="777240"/>
          </a:xfrm>
          <a:prstGeom prst="roundRect">
            <a:avLst>
              <a:gd name="adj" fmla="val 7059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60280" y="1883664"/>
            <a:ext cx="166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860280" y="2194560"/>
            <a:ext cx="166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860280" y="2395728"/>
            <a:ext cx="1661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– S18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07360" y="1691640"/>
            <a:ext cx="0" cy="1051560"/>
          </a:xfrm>
          <a:prstGeom prst="line">
            <a:avLst/>
          </a:prstGeom>
          <a:noFill/>
          <a:ln w="25400">
            <a:solidFill>
              <a:srgbClr val="0B3D4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2367280" y="1325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04495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(S5-6)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319272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modelo de datos, estructura base app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12920" y="2971800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50080" y="304495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(S7-8)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450080" y="3319272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y rutinas: API + UI conectadas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77200" y="2971800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4360" y="304495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(S9-10)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14360" y="3319272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dependientes y permisos · Informe de Avance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05079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(S11-12)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325112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Recordatorios, alertas e interfaz simplificada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12920" y="3977640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50080" y="405079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(S13-14)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450080" y="4325112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salud, módulo de IA y pulsera inteligente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77200" y="3977640"/>
            <a:ext cx="3535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14360" y="4050792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(S15)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214360" y="4325112"/>
            <a:ext cx="326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extendidos, farmacias vía IA, pruebas e Informe Final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facilitador: el equipo ya domina las tecnologías definidas. Principal obstáculo: coordinar horarios entre los tres integrantes — se mitiga con reuniones semanales fijas.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planificadas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avance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305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actualizado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2432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del módulo de autenticación, modelo de datos y estructura 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40965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 Proyecto APT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9028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estado de desarrollo y objetivos/metodología ajustados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349240" cy="502920"/>
          </a:xfrm>
          <a:prstGeom prst="roundRect">
            <a:avLst>
              <a:gd name="adj" fmla="val 12727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2801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213055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funcional + backend (Docker)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2432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MVP integrados y operativos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0965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+ manual técnico + README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590288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completa, arquitectura y despliegue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Fase 1 el proyecto está en etapa de definición y planificación; los indicadores de implementación se evidenciarán en Fase 2.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negocio: Gratis vs Premium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 futuro del proyecto: el plan pagado se activa naturalmente cuando el usuario necesita cuidar a alguien más.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52578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4617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perfil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básicos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manual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7 días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92024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423160"/>
            <a:ext cx="52578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057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Premium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68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$2.990-$3.990 / mes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154680"/>
            <a:ext cx="4617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dependientes ilimitados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Pulsera inteligente conectada (GPS, salud, seguridad)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escalonadas al cuidador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+ reportes para el médico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 (orientación + farmacias)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anual: $24.990-$29.990 CLP (equivalente a ~2 meses gratis frente al pago mensual).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de semestre, con 11 semanas de desarrollo intensivo en Fase 2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508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asignadas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48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20 créditos (10 trabajo docente + 10 trabajo autónomo)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5087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48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propios y librerías open source (Flutter, FastAPI, PostgreSQL, Docker) — sin costo de licencias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ya maneja las tecnologías definidas y cuenta con roles claros por módulo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43400" y="365760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3840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horarios y curva de aprendizaje del módulo de IA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138160" y="365760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3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3840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858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semanales fijas; IA como funcionalidad de menor prioridad en el backlog</a:t>
            </a:r>
            <a:endParaRPr lang="en-US" sz="108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Médico+  ·  Capstone_005D · Grupo 7  ·  PTY4614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486400" cy="54864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Médico+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→ Recordar → Confirmar → Monitorear → Alertar → Acompañar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 — preguntas y comentarios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github.com/Bvnjvmin/Perfil-Medico-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Leiva  ·  Sergio Ocares  ·  Matías Pizarro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2026-09-09T17:46:56Z</dcterms:created>
  <dcterms:modified xsi:type="dcterms:W3CDTF">2026-09-09T17:46:56Z</dcterms:modified>
</cp:coreProperties>
</file>